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10-15 Min. Ablauf: Problem (1) - Ansatz (2-3) - Architektur (4-5) - Kernlogik (6) - Testdaten (7) - Demo (8-9) - Abgrenzungen (10) - Entwicklung (11) - Ausblick (12).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IFC-Diff Viewer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Modellstaende vergleichen - tabellarisch, statistisch, im 3D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Modulendpruefung - TA.BA_DT_PROGR Digital Twin Programmieren, HS26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 Blaser · Bachelor Digital Construction, Hochschule Luzern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github.com/GianBlaser/HSLU_GB_26_V2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418320" y="1828800"/>
            <a:ext cx="2194560" cy="640080"/>
          </a:xfrm>
          <a:prstGeom prst="roundRect">
            <a:avLst>
              <a:gd name="adj" fmla="val 14286"/>
            </a:avLst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0" y="1828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418320" y="2651760"/>
            <a:ext cx="2194560" cy="640080"/>
          </a:xfrm>
          <a:prstGeom prst="roundRect">
            <a:avLst>
              <a:gd name="adj" fmla="val 14286"/>
            </a:avLst>
          </a:prstGeom>
          <a:solidFill>
            <a:srgbClr val="D1434A"/>
          </a:solidFill>
          <a:ln w="12700">
            <a:solidFill>
              <a:srgbClr val="D143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418320" y="2651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418320" y="3474720"/>
            <a:ext cx="2194560" cy="640080"/>
          </a:xfrm>
          <a:prstGeom prst="roundRect">
            <a:avLst>
              <a:gd name="adj" fmla="val 14286"/>
            </a:avLst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418320" y="3474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418320" y="4297680"/>
            <a:ext cx="2194560" cy="640080"/>
          </a:xfrm>
          <a:prstGeom prst="roundRect">
            <a:avLst>
              <a:gd name="adj" fmla="val 14286"/>
            </a:avLst>
          </a:prstGeom>
          <a:solidFill>
            <a:srgbClr val="9AA0A6">
              <a:alpha val="25000"/>
            </a:srgbClr>
          </a:solidFill>
          <a:ln w="12700">
            <a:solidFill>
              <a:srgbClr val="9AA0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418320" y="4297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Problem: Modellstaende vergleichen ist Handarbeit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583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der BIM-Koordination kommen laufend neue IFC-Staende: Architektur, Tragwerk, Gebaeudetechnik.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Frage «Was ist neu, was fehlt, was wurde verschoben?» wird per Sichtvergleich im Viewer oder per Excel-Export beantwortet.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Fehleranfaellig, nicht reproduzierbar, nicht dokumentiert.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Kommerzielle Werkzeuge koennen das - kostenpflichtig und in ihrer Logik nicht einsehbar.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80960" y="1325880"/>
            <a:ext cx="3931920" cy="4297680"/>
          </a:xfrm>
          <a:prstGeom prst="roundRect">
            <a:avLst>
              <a:gd name="adj" fmla="val 2326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0" y="173736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: 1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7955280" y="30175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fuer Element ueber die GlobalId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955280" y="44805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Kontext gemaess Merkblatt: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Datenauswertung und Daten-Visualisierung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DT_PROGR HS26 · Modulendpruefung · Gian Blaser · IFC-Diff Viewer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Loesung: eine durchgehende Kette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44752"/>
            <a:ext cx="502920" cy="502920"/>
          </a:xfrm>
          <a:prstGeom prst="ellipse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44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371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Laden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373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IFC-Dateien, Auswahl oder Upload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444752"/>
            <a:ext cx="502920" cy="502920"/>
          </a:xfrm>
          <a:prstGeom prst="ellipse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72200" y="1444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1371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Vergleichen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0" y="17373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ueber GlobalId, drei Ebenen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496312"/>
            <a:ext cx="502920" cy="502920"/>
          </a:xfrm>
          <a:prstGeom prst="ellipse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496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423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Speichern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7889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Lauf in SQLite - Historie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72200" y="2496312"/>
            <a:ext cx="502920" cy="502920"/>
          </a:xfrm>
          <a:prstGeom prst="ellipse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72200" y="2496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2423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Auswerten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27889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Pandas: je Geschoss, je IfcClass, je Art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547872"/>
            <a:ext cx="502920" cy="502920"/>
          </a:xfrm>
          <a:prstGeom prst="ellipse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547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3474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Visualisieren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38404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Matplotlib-Diagramme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172200" y="3547872"/>
            <a:ext cx="502920" cy="502920"/>
          </a:xfrm>
          <a:prstGeom prst="ellipse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72200" y="3547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0" y="3474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3D-Ansicht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0" y="38404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geaendert farbig, Kontext transparent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4599432"/>
            <a:ext cx="502920" cy="502920"/>
          </a:xfrm>
          <a:prstGeom prst="ellipse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4599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234440" y="4526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Exportieren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1234440" y="48920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und PDF-Report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" y="5715000"/>
            <a:ext cx="11091672" cy="594360"/>
          </a:xfrm>
          <a:prstGeom prst="roundRect">
            <a:avLst>
              <a:gd name="adj" fmla="val 12308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7240" y="5715000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Pflichtmodule im Einsatz: IfcOpenShell · Pandas · Matplotlib · SQLite · Streamlit   (+ PyVista, NumPy)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DT_PROGR HS26 · Modulendpruefung · Gian Blaser · IFC-Diff Viewer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Architektur: modularer Aufbau</a:t>
            </a:r>
            <a:endParaRPr lang="en-US" sz="3000" dirty="0"/>
          </a:p>
        </p:txBody>
      </p:sp>
      <p:pic>
        <p:nvPicPr>
          <p:cNvPr id="3" name="Image 0" descr="C:\HSLU_Programming\HSLU_GB_26\02_Semesterprojekt\docs\architekt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188720"/>
            <a:ext cx="6949440" cy="5074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412480" y="128016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595360" y="1481328"/>
            <a:ext cx="274320" cy="274320"/>
          </a:xfrm>
          <a:prstGeom prst="ellipse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979408" y="14173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Hauptkomponente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1901952"/>
            <a:ext cx="28803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- Streamlit. Je Seitenbereich eine Funktion, main() setzt zusammen.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412480" y="297180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595360" y="3172968"/>
            <a:ext cx="274320" cy="274320"/>
          </a:xfrm>
          <a:prstGeom prst="ellipse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979408" y="31089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Klassen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8595360" y="3593592"/>
            <a:ext cx="28803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IfcModel, ElementChange, DiffResult - mehr braucht es nicht.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412480" y="466344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595360" y="4864608"/>
            <a:ext cx="274320" cy="27432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979408" y="48006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Hilfsfunktionen</a:t>
            </a:r>
            <a:endParaRPr lang="en-US" sz="1450" dirty="0"/>
          </a:p>
        </p:txBody>
      </p:sp>
      <p:sp>
        <p:nvSpPr>
          <p:cNvPr id="15" name="Text 12"/>
          <p:cNvSpPr txBox="1"/>
          <p:nvPr/>
        </p:nvSpPr>
        <p:spPr>
          <a:xfrm>
            <a:off x="8595360" y="5285232"/>
            <a:ext cx="28803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Zweck je Funktion, max. 30 Zeilen, Docstring, Typ-Hints.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DT_PROGR HS26 · Modulendpruefung · Gian Blaser · IFC-Diff Viewer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Entwicklungsumgebung und Module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743200"/>
                <a:gridCol w="6336792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Bereich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Werkzeug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Einsatz im Projekt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Sprache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venv myenv/ im Repo-Root, requirements.txt eingefroren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Studio Code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Python-Extension, integriertes Terminal, Git-Ansicht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Versionskontrolle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+ GitHub (public)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 Commit je Etappe, Konvention [E2] ..., Tag v1.0-abgabefaehig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IfcOpenShell 0.8.5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Pflicht-Modul: Lesen, Psets, Container, Geometrie, API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 3.0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Vergleichstabelle, Pivots mit crosstab, Filter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Diagramme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Matplotlib 3.11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Balkendiagramme und PDF-Report (PdfPages)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Datenbank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(stdlib)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drei Tabellen: comparison, element_change, attribute_change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Oberflaeche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 1.64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Upload, Filter, Tabelle mit Zeilenauswahl, vier Tabs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PyVista 0.49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offscreen gerendertes Bild - keine Zusatzkomponente noetig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2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Tests, Diff-Engine gegen Ground Truth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DT_PROGR HS26 · Modulendpruefung · Gian Blaser · IFC-Diff Viewer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Kernlogik: Was gilt als «geaendert»?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GlobalId nur in B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355848" y="128016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D1434A"/>
          </a:solidFill>
          <a:ln w="12700">
            <a:solidFill>
              <a:srgbClr val="D143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55848" y="13258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47288" y="16916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GlobalId nur in 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63056" y="128016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63056" y="13258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54496" y="16916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beiden, eine Ebene weicht ab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970264" y="128016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9AA0A6"/>
          </a:solidFill>
          <a:ln w="12700">
            <a:solidFill>
              <a:srgbClr val="9AA0A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70264" y="13258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061704" y="16916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beiden, alles gleich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468880"/>
            <a:ext cx="3593592" cy="18288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2670048"/>
            <a:ext cx="274320" cy="274320"/>
          </a:xfrm>
          <a:prstGeom prst="ellipse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15568" y="260604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Direktattribute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090672"/>
            <a:ext cx="322783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Description, ObjectType, Tag, PredefinedType - Liste in config.py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97680" y="2468880"/>
            <a:ext cx="3593592" cy="18288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80560" y="2670048"/>
            <a:ext cx="274320" cy="274320"/>
          </a:xfrm>
          <a:prstGeom prst="ellipse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64608" y="260604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Property Sets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3090672"/>
            <a:ext cx="322783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get_psets() flach als «Pset.Property». Zahlen mit Toleranz 1e-6, nicht mit ==.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2468880"/>
            <a:ext cx="3593592" cy="18288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0" y="2670048"/>
            <a:ext cx="274320" cy="274320"/>
          </a:xfrm>
          <a:prstGeom prst="ellipse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13648" y="260604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Geometrie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3090672"/>
            <a:ext cx="322783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Einfuegepunkt, Bounding-Box (1 mm), Dreiecksanzahl - kein Mesh-Vergleich.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52628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49808" y="4690872"/>
            <a:ext cx="106893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2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Matching ueber ein Dictionary statt verschachtelter Schleifen: O(n) statt O(n²)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guid in model_a.elements: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guid in model_b.elements:      # Dict-Lookup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changes.append(compare_element(model_a, model_b, guid))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DT_PROGR HS26 · Modulendpruefung · Gian Blaser · IFC-Diff Viewer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Eigenleistung: Testdaten mit Ground Truth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44168"/>
            <a:ext cx="274320" cy="274320"/>
          </a:xfrm>
          <a:prstGeom prst="ellipse">
            <a:avLst/>
          </a:prstGeom>
          <a:solidFill>
            <a:srgbClr val="D1434A"/>
          </a:solidFill>
          <a:ln w="12700">
            <a:solidFill>
              <a:srgbClr val="D1434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673352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oeffentlichen IFC-Datensaetze mit zwei echten Planungsstaenden - die buildingSMART-Daten liegen nur in verschiedenen Schema-Versionen vor.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807208"/>
            <a:ext cx="274320" cy="274320"/>
          </a:xfrm>
          <a:prstGeom prst="ellipse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Loesung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136392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tools/make_variant.py erzeugt aus Stand A reproduzierbar (Seed) einen Stand B: loeschen, verschieben, umbenennen, duplizieren. Alle Aenderungen in ground_truth.json.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270248"/>
            <a:ext cx="274320" cy="27432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Effekt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4599432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Diff-Engine ist beweisbar korrekt: jede gesetzte Aenderung muss gefunden werden, A gegen A muss 0 ergeben.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06640" y="1325880"/>
            <a:ext cx="4206240" cy="4297680"/>
          </a:xfrm>
          <a:prstGeom prst="roundRect">
            <a:avLst>
              <a:gd name="adj" fmla="val 1739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07808" y="1490472"/>
            <a:ext cx="3803904" cy="3968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2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02_Semesterprojekt/tests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E9E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passed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test_diff_engine.py   Ground Truth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test_database.py      SQLite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test_analytics.py     Pivots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test_geometry.py      Cache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test_viewer.py        Szene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test_report.py        PDF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BD2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gegen B:  2 / 2 / 4 / 14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BD2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gegen A:  0 / 0 / 0 / 20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DT_PROGR HS26 · Modulendpruefung · Gian Blaser · IFC-Diff Viewer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Anwendung: Tabelle mit Filter und Detailansicht</a:t>
            </a:r>
            <a:endParaRPr lang="en-US" sz="3000" dirty="0"/>
          </a:p>
        </p:txBody>
      </p:sp>
      <p:pic>
        <p:nvPicPr>
          <p:cNvPr id="3" name="Image 0" descr="C:\HSLU_Programming\HSLU_GB_26\02_Semesterprojekt\docs\screenshots\app_tabel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720" y="1188720"/>
            <a:ext cx="7498080" cy="4937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DT_PROGR HS26 · Modulendpruefung · Gian Blaser · IFC-Diff Viewer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3D-Ansicht: Aenderungen im transparenten Kontext</a:t>
            </a:r>
            <a:endParaRPr lang="en-US" sz="3000" dirty="0"/>
          </a:p>
        </p:txBody>
      </p:sp>
      <p:pic>
        <p:nvPicPr>
          <p:cNvPr id="3" name="Image 0" descr="C:\HSLU_Programming\HSLU_GB_26\02_Semesterprojekt\docs\screenshots\viewer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25880"/>
            <a:ext cx="7315200" cy="432511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412480" y="132588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595360" y="1527048"/>
            <a:ext cx="274320" cy="27432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979408" y="14630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Farben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1947672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Gruen neu, rot geloescht (aus Stand A), orange geaendert.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412480" y="283464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595360" y="3035808"/>
            <a:ext cx="274320" cy="274320"/>
          </a:xfrm>
          <a:prstGeom prst="ellipse">
            <a:avLst/>
          </a:prstGeom>
          <a:solidFill>
            <a:srgbClr val="9AA0A6"/>
          </a:solidFill>
          <a:ln w="12700">
            <a:solidFill>
              <a:srgbClr val="9AA0A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979408" y="29718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Kontext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8595360" y="3456432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nur Kanten oder aus - umschaltbar.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412480" y="434340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595360" y="4544568"/>
            <a:ext cx="274320" cy="274320"/>
          </a:xfrm>
          <a:prstGeom prst="ellipse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979408" y="44805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Kopplung</a:t>
            </a:r>
            <a:endParaRPr lang="en-US" sz="1450" dirty="0"/>
          </a:p>
        </p:txBody>
      </p:sp>
      <p:sp>
        <p:nvSpPr>
          <p:cNvPr id="15" name="Text 12"/>
          <p:cNvSpPr txBox="1"/>
          <p:nvPr/>
        </p:nvSpPr>
        <p:spPr>
          <a:xfrm>
            <a:off x="8595360" y="4965192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und Zeilenklick der Tabelle wirken auf die Ansicht.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DT_PROGR HS26 · Modulendpruefung · Gian Blaser · IFC-Diff Viewer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Abgrenzungen - bewusst gesetzt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93592" cy="2194560"/>
          </a:xfrm>
          <a:prstGeom prst="roundRect">
            <a:avLst>
              <a:gd name="adj" fmla="val 3333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81328"/>
            <a:ext cx="274320" cy="274320"/>
          </a:xfrm>
          <a:prstGeom prst="ellipse">
            <a:avLst/>
          </a:prstGeom>
          <a:solidFill>
            <a:srgbClr val="D1434A"/>
          </a:solidFill>
          <a:ln w="12700">
            <a:solidFill>
              <a:srgbClr val="D143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5568" y="141732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Mesh-Topologie-Vergleich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01952"/>
            <a:ext cx="322783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Geometrie ueber Einfuegepunkt, Bounding-Box und Dreiecksanzahl. Ein intern anders aufgebautes Bauteil gleicher Groesse gilt als unveraendert.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280160"/>
            <a:ext cx="3593592" cy="2194560"/>
          </a:xfrm>
          <a:prstGeom prst="roundRect">
            <a:avLst>
              <a:gd name="adj" fmla="val 3333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80560" y="1481328"/>
            <a:ext cx="274320" cy="274320"/>
          </a:xfrm>
          <a:prstGeom prst="ellipse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64608" y="141732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gleiche Schemata sinnvoll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1901952"/>
            <a:ext cx="322783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IFC2x3 gegen IFC4 erzeugt eine Warnung; der Vergleich laeuft, das Ergebnis ist unsicher.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1280160"/>
            <a:ext cx="3593592" cy="2194560"/>
          </a:xfrm>
          <a:prstGeom prst="roundRect">
            <a:avLst>
              <a:gd name="adj" fmla="val 3333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1481328"/>
            <a:ext cx="274320" cy="274320"/>
          </a:xfrm>
          <a:prstGeom prst="ellipse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13648" y="141732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 GUIDs nicht erkennbar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1901952"/>
            <a:ext cx="322783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Vergibt ein Werkzeug beim Export neue GlobalIds, erscheint alles als DELETED + ADDED. Ein hoher Anteil ist der Hinweis darauf.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3593592" cy="2194560"/>
          </a:xfrm>
          <a:prstGeom prst="roundRect">
            <a:avLst>
              <a:gd name="adj" fmla="val 3333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858768"/>
            <a:ext cx="274320" cy="274320"/>
          </a:xfrm>
          <a:prstGeom prst="ellipse">
            <a:avLst/>
          </a:prstGeom>
          <a:solidFill>
            <a:srgbClr val="323F4B"/>
          </a:solidFill>
          <a:ln w="12700">
            <a:solidFill>
              <a:srgbClr val="323F4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15568" y="379476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3D-Ansicht ist ein Bild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279392"/>
            <a:ext cx="322783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Offscreen gerendert statt interaktiv eingebettet - dafuer laeuft sie ohne Zusatzkomponente zuverlaessig.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97680" y="3657600"/>
            <a:ext cx="3593592" cy="2194560"/>
          </a:xfrm>
          <a:prstGeom prst="roundRect">
            <a:avLst>
              <a:gd name="adj" fmla="val 3333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80560" y="3858768"/>
            <a:ext cx="274320" cy="27432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64608" y="379476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Testbarkeit geloest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4279392"/>
            <a:ext cx="322783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Fehlende Zwei-Staende-Testdaten durch eigenen Generator mit Ground Truth ersetzt.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657600"/>
            <a:ext cx="3593592" cy="2194560"/>
          </a:xfrm>
          <a:prstGeom prst="roundRect">
            <a:avLst>
              <a:gd name="adj" fmla="val 3333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0" y="3858768"/>
            <a:ext cx="274320" cy="27432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13648" y="379476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4279392"/>
            <a:ext cx="322783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Dict-Matching O(n); Geometrie-Cache als npz: 0.88 s beim ersten Laden, 0.03 s danach.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DT_PROGR HS26 · Modulendpruefung · Gian Blaser · IFC-Diff Viewer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Entwicklung in Etappen - und was dabei schiefging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 Geruest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88920" y="128016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788920" y="12801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 Testdaten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128016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0" y="12801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Diff-Engine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269480" y="128016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269480" y="12801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SQLite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509760" y="128016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09760" y="12801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 Auswertung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196596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19659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 Streamlit-UI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88920" y="196596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788920" y="19659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E6 Geometrie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0" y="196596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0" y="19659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E7 3D-Viewer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69480" y="196596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69480" y="19659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E8 Report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509760" y="196596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509760" y="19659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E9 Doku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26974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Etappe: lauffaehiger Code, gruene Tests, ein Commit. Tag v1.0-abgabefaehig nach E5.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200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Befunde, die Zeit gekostet haben - und im Code kommentiert sind: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48640" y="3611880"/>
            <a:ext cx="3593592" cy="2103120"/>
          </a:xfrm>
          <a:prstGeom prst="roundRect">
            <a:avLst>
              <a:gd name="adj" fmla="val 3478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3813048"/>
            <a:ext cx="274320" cy="274320"/>
          </a:xfrm>
          <a:prstGeom prst="ellipse">
            <a:avLst/>
          </a:prstGeom>
          <a:solidFill>
            <a:srgbClr val="D1434A"/>
          </a:solidFill>
          <a:ln w="12700">
            <a:solidFill>
              <a:srgbClr val="D1434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115568" y="374904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numpy.int64 in SQLite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4233672"/>
            <a:ext cx="322783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ID aus einem DataFrame als Parameter liefert stillschweigend 0 Zeilen - kein Fehler. Loesung: int(). Eigener Regressionstest.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297680" y="3611880"/>
            <a:ext cx="3593592" cy="2103120"/>
          </a:xfrm>
          <a:prstGeom prst="roundRect">
            <a:avLst>
              <a:gd name="adj" fmla="val 3478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80560" y="3813048"/>
            <a:ext cx="274320" cy="274320"/>
          </a:xfrm>
          <a:prstGeom prst="ellipse">
            <a:avLst/>
          </a:prstGeom>
          <a:solidFill>
            <a:srgbClr val="D1434A"/>
          </a:solidFill>
          <a:ln w="12700">
            <a:solidFill>
              <a:srgbClr val="D1434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864608" y="374904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GUIDs enden auf _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4480560" y="4233672"/>
            <a:ext cx="322783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npz-Cache trennte Schluessel mit __ - bei GUIDs auf _ brach das. Jetzt |, das im GUID-Alphabet nicht vorkommt. Vom Test gefunden.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046720" y="3611880"/>
            <a:ext cx="3593592" cy="2103120"/>
          </a:xfrm>
          <a:prstGeom prst="roundRect">
            <a:avLst>
              <a:gd name="adj" fmla="val 3478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0" y="3813048"/>
            <a:ext cx="274320" cy="274320"/>
          </a:xfrm>
          <a:prstGeom prst="ellipse">
            <a:avLst/>
          </a:prstGeom>
          <a:solidFill>
            <a:srgbClr val="D1434A"/>
          </a:solidFill>
          <a:ln w="12700">
            <a:solidFill>
              <a:srgbClr val="D1434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613648" y="374904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copy_class ohne Geometrie</a:t>
            </a:r>
            <a:endParaRPr lang="en-US" sz="145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4233672"/>
            <a:ext cx="322783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2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ifcopenshell.api kopiert die Representation nicht - Kopien im Testdatensatz waren unsichtbar. Jetzt explizit gesetzt.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DT_PROGR HS26 · Modulendpruefung · Gian Blaser · IFC-Diff Viewer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Fazit und Ausblick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lauffaehiges Werkzeug fuer eine taegliche Frage der BIM-Koordination.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Durchgehende Kette von der IFC-Datei bis zum PDF-Report, 35 Tests, </a:t>
            </a:r>
            <a:pPr indent="0" marL="0">
              <a:buNone/>
            </a:pPr>
            <a:r>
              <a:rPr lang="en-US" sz="160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Diff-Logik gegen eine selbst erzeugte Ground Truth abgesichert.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Naechste Schritte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456432"/>
            <a:ext cx="256032" cy="256032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3383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Interaktiver Viewer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3749040" y="33832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Einbettung statt Standbild (stpyvista)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142232"/>
            <a:ext cx="256032" cy="256032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4069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Regelpruefung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40690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Schwellenwerte: «Wand um mehr als 5 cm verschoben»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828032"/>
            <a:ext cx="256032" cy="256032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4754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 als zwei Staende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4754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Zeitreihe ueber die SQLite-Historie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513832"/>
            <a:ext cx="256032" cy="256032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5440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Mengenauswertung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3749040" y="5440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geaenderte Mengen als Kostenhinweis</a:t>
            </a:r>
            <a:endParaRPr lang="en-US" sz="1300" dirty="0"/>
          </a:p>
        </p:txBody>
      </p:sp>
      <p:pic>
        <p:nvPicPr>
          <p:cNvPr id="17" name="Image 0" descr="C:\HSLU_Programming\HSLU_GB_26\02_Semesterprojekt\docs\screenshots\viewer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194560"/>
            <a:ext cx="3474720" cy="205740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8229600" y="4389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github.com/GianBlaser/HSLU_GB_26_V2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DT_PROGR HS26 · Modulendpruefung · Gian Blaser · IFC-Diff Viewer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IFC-Diff Viewer - MEP</dc:title>
  <dc:subject>PptxGenJS Presentation</dc:subject>
  <dc:creator>Gian Blaser</dc:creator>
  <cp:lastModifiedBy>Gian Blaser</cp:lastModifiedBy>
  <cp:revision>1</cp:revision>
  <dcterms:created xsi:type="dcterms:W3CDTF">2026-09-22T11:12:31Z</dcterms:created>
  <dcterms:modified xsi:type="dcterms:W3CDTF">2026-09-22T11:12:31Z</dcterms:modified>
</cp:coreProperties>
</file>