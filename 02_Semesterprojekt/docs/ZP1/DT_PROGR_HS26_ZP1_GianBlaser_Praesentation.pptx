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Kurzpräsentation (3 Min): Folien 1, 2, 4, 8, 10. Übrige Folien = ausführlicher schriftlicher Teil.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IFC-Diff Viewer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hat sich seit dem letzten Modellstand geändert?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Zwischenpräsentation 1 – Konzept Semesterprojekt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TA.BA_DT_PROGR Digital Twin Programmieren, HS26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 Blaser · Hochschule Luzern, Digital Construction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github.com/GianBlaser/HSLU_GB_26_V2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418320" y="182880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1828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418320" y="265176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D1434A"/>
          </a:solidFill>
          <a:ln w="12700">
            <a:solidFill>
              <a:srgbClr val="D14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418320" y="2651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418320" y="347472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418320" y="3474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418320" y="429768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9AA0A6">
              <a:alpha val="25000"/>
            </a:srgbClr>
          </a:solidFill>
          <a:ln w="12700">
            <a:solidFill>
              <a:srgbClr val="9AA0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418320" y="4297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Ausgangslage: Modellstände vergleichen ist Handarbeit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5836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der BIM-Koordination kommen laufend neue IFC-Stände: Architektur, Tragwerk, HLKS – wöchentlich, manchmal täglich.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Frage «Was ist neu, was fehlt, was wurde verschoben?» wird heute meist per Sichtvergleich im Viewer oder per Excel-Export beantwortet.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Fehleranfällig, nicht reproduzierbar, nicht dokumentiert.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Kommerzielle Tools (Solibri, BIMcollab) können das – aber als Blackbox und kostenpflichtig.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80960" y="1371600"/>
            <a:ext cx="3931920" cy="4206240"/>
          </a:xfrm>
          <a:prstGeom prst="roundRect">
            <a:avLst>
              <a:gd name="adj" fmla="val 2326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0" y="164592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1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30175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für Element über die GlobalId –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«ungefähr hinschauen»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42062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 gemäss Merkblatt: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Datenauswertung + Daten-Visualisierung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DT_PROGR HS26  ·  ZP1  ·  Gian Blaser  ·  IFC-Diff Viewer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Zielsetzung und Funktionsumfang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Python-Programm, das zwei IFC-Stände desselben Projekts vergleicht und die Unterschiede tabellarisch, statistisch und im 3D-Viewer farbcodiert zeigt.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48640" cy="548640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Laden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62432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IFC-Dateien: Stand A (alt), Stand B (neu) – Auswahl oder Upload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2331720"/>
            <a:ext cx="548640" cy="548640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7220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Vergleichen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262432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über GlobalId → ADDED / DELETED / MODIFIED / UNCHANGED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48640" cy="548640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74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85876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Lauf in SQLite: Historie aller Vergleiche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3566160"/>
            <a:ext cx="548640" cy="548640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474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Auswerten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385876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Änderungen je Geschoss, je IfcClass, je Änderungsart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548640" cy="548640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709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Visualisieren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09320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Matplotlib-Diagramme; 3D-Viewer: geändert opak farbig, Kontext transparent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4800600"/>
            <a:ext cx="548640" cy="548640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72200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4709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Exportieren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509320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heute, PDF-Report geplant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DT_PROGR HS26  ·  ZP1  ·  Gian Blaser  ·  IFC-Diff Viewer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Kernlogik: Was gilt als «geändert»?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Diff-Definition – Schlüssel ist die GlobalId, Matching per Dictionary statt verschachtelter Schleifen.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GlobalId nur in Stand 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55848" y="182880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D1434A"/>
          </a:solidFill>
          <a:ln w="12700">
            <a:solidFill>
              <a:srgbClr val="D14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55848" y="1874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47288" y="22860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GlobalId nur in Stand 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63056" y="182880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63056" y="1874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54496" y="22860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beiden, mind. eine Ebene weicht ab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70264" y="182880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9AA0A6"/>
          </a:solidFill>
          <a:ln w="12700">
            <a:solidFill>
              <a:srgbClr val="9AA0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70264" y="1874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061704" y="22860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beiden, alle Ebenen gleich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Vergleichsebenen je Element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749040"/>
            <a:ext cx="320040" cy="320040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88720" y="3703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Direktattribute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20624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Description, ObjectType, Tag, PredefinedType – exakter Vergleich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297680" y="356616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3749040"/>
            <a:ext cx="320040" cy="320040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37760" y="3703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Property Sets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420624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get_psets() flach als «Pset.Property». Zahlen mit Toleranz 1e-6, nicht mit ==. Entity-IDs und OwnerHistory ausgeschlossen.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46720" y="356616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3749040"/>
            <a:ext cx="320040" cy="320040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86800" y="3703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Geometrie (vereinfacht)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420624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Heute: Einfügepunkt (Toleranz 1 mm). Geplant: Bounding-Box-Schwerpunkt, Abmessungen, Dreiecksanzahl. Bewusst kein Mesh-Topologie-Vergleich.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DT_PROGR HS26  ·  ZP1  ·  Gian Blaser  ·  IFC-Diff Viewer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Architektur: modularer Aufbau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323F4B"/>
          </a:solidFill>
          <a:ln w="12700">
            <a:solidFill>
              <a:srgbClr val="323F4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ifc_loader.py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 IfcModel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GUID-Dict, Psets, Geschoss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46704" y="13716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46704" y="1463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diff_engine.py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438144" y="18745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ElementChange, DiffResult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compare_models()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44768" y="13716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323F4B"/>
          </a:solidFill>
          <a:ln w="12700">
            <a:solidFill>
              <a:srgbClr val="323F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44768" y="1463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database.py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36208" y="18745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SQLite: comparison,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element_change, attribute_change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942832" y="13716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9AA0A6"/>
          </a:solidFill>
          <a:ln w="12700">
            <a:solidFill>
              <a:srgbClr val="9AA0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42832" y="1463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geometry.py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034272" y="18745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geplant: Bounding-Box,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npz-Mesh-Cache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9718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063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tools/make_variant.py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747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Testdaten-Generator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ground_truth.json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46704" y="29718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323F4B"/>
          </a:solidFill>
          <a:ln w="12700">
            <a:solidFill>
              <a:srgbClr val="323F4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46704" y="3063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analytics.py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438144" y="34747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Pivots,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Top-Properties, Filter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44768" y="29718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323F4B"/>
          </a:solidFill>
          <a:ln w="12700">
            <a:solidFill>
              <a:srgbClr val="323F4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44768" y="3063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charts.py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36208" y="34747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gestapelte Balken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942832" y="29718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9AA0A6"/>
          </a:solidFill>
          <a:ln w="12700">
            <a:solidFill>
              <a:srgbClr val="9AA0A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42832" y="3063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viewer.py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034272" y="34747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geplant: PyVista,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 transparent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063240" y="1988820"/>
            <a:ext cx="283464" cy="0"/>
          </a:xfrm>
          <a:prstGeom prst="line">
            <a:avLst/>
          </a:prstGeom>
          <a:noFill/>
          <a:ln w="1905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861304" y="1988820"/>
            <a:ext cx="283464" cy="0"/>
          </a:xfrm>
          <a:prstGeom prst="line">
            <a:avLst/>
          </a:prstGeom>
          <a:noFill/>
          <a:ln w="1905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604004" y="2606040"/>
            <a:ext cx="0" cy="365760"/>
          </a:xfrm>
          <a:prstGeom prst="line">
            <a:avLst/>
          </a:prstGeom>
          <a:noFill/>
          <a:ln w="1905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861304" y="3589020"/>
            <a:ext cx="283464" cy="0"/>
          </a:xfrm>
          <a:prstGeom prst="line">
            <a:avLst/>
          </a:prstGeom>
          <a:noFill/>
          <a:ln w="1905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805940" y="2606040"/>
            <a:ext cx="0" cy="365760"/>
          </a:xfrm>
          <a:prstGeom prst="line">
            <a:avLst/>
          </a:prstGeom>
          <a:noFill/>
          <a:ln w="19050">
            <a:solidFill>
              <a:srgbClr val="7B8794"/>
            </a:solidFill>
            <a:prstDash val="solid"/>
            <a:headEnd type="triangle"/>
          </a:ln>
        </p:spPr>
      </p:sp>
      <p:sp>
        <p:nvSpPr>
          <p:cNvPr id="32" name="Shape 30"/>
          <p:cNvSpPr/>
          <p:nvPr/>
        </p:nvSpPr>
        <p:spPr>
          <a:xfrm>
            <a:off x="548640" y="45720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45720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2834640" y="4572000"/>
            <a:ext cx="8531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Streamlit-Hauptkomponente: ruft die Module auf, hält das Ergebnis im Session-State, zeigt Kennzahlen, Tabelle, Details, Diagramme, Historie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src/config.py: Farben, Toleranzen, Pfade – keine Magic Numbers im Code.   tests/: 20 pytest-Tests, davon 7 gegen die Ground Truth des Generators.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DT_PROGR HS26  ·  ZP1  ·  Gian Blaser  ·  IFC-Diff Viewer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Entwicklungsumgebung, Module und Werkzeuge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63367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Bereich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Werkzeug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Einsatz im Projekt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Sprache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einzige Entwicklungssprache; venv «myenv» im Repo-Root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Studio 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Python-Extension, integriertes Terminal, Git-Ansicht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Versionskontrolle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+ GitHub (public)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 je Etappe, Konvention «[E2] …», Tag v1.0-abgabefaehig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IfcOpenShell 0.8.5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Pflicht-Modul: Lesen, Psets, Container, Geometrie, API für Testdaten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 3.0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Vergleichstabelle, Pivots (crosstab), Filter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Diagramme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Matplotlib 3.11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gestapelte Balken je Geschoss / IfcClass, Top-Properties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Datenbank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(Standardbibliothek)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Historie aller Vergleichsläufe, 3 Tabellen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1.64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Upload, Filter, Tabelle mit Zeilenauswahl, Tabs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Tests, Diff-Engine gegen Ground Truth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(geplant)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PyVista + stpyvista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ausserhalb der Modulliste – Abklärung heute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DT_PROGR HS26  ·  ZP1  ·  Gian Blaser  ·  IFC-Diff Viewer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Testdaten: Generator statt Zufall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89888"/>
            <a:ext cx="274320" cy="274320"/>
          </a:xfrm>
          <a:prstGeom prst="ellipse">
            <a:avLst/>
          </a:prstGeom>
          <a:solidFill>
            <a:srgbClr val="D1434A"/>
          </a:solidFill>
          <a:ln w="12700">
            <a:solidFill>
              <a:srgbClr val="D143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719072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gibt keine öffentlichen IFC-Datensätze mit zwei echten Planungsständen. Die buildingSMART-Testdateien liegen nur in verschiedenen Schema-Versionen vor – ein Diff darauf zeigt Schema-Unterschiede, keine Planungsänderungen.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852928"/>
            <a:ext cx="274320" cy="274320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182112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tools/make_variant.py erzeugt aus Stand A reproduzierbar (Seed) einen Stand B: n Elemente löschen, n verschieben, n umbenennen und Mengenwert ändern, n duplizieren mit neuer GlobalId. Alle gemachten Änderungen landen in ground_truth.json.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315968"/>
            <a:ext cx="274320" cy="27432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251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Effekt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645152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Diff-Engine ist automatisiert testbar: jede gesetzte Änderung muss gefunden werden, Datei gegen sich selbst muss 0 ergeben. Eigenleistung, die sich beweisen lässt.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06640" y="1371600"/>
            <a:ext cx="4206240" cy="4297680"/>
          </a:xfrm>
          <a:prstGeom prst="roundRect">
            <a:avLst>
              <a:gd name="adj" fmla="val 1739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0" y="1554480"/>
            <a:ext cx="3840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BD2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ground_truth.json  (Seed 42)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14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"deleted":  2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IfcWall "house - outer wall …"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IfcBuildingElementProxy "origin"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08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"moved":    2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IfcSlab  (2100, 0) → (3100, 500)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IfcChimney  +1000 / +500 mm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08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"modified": 2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"… (rev B)"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Qto NetVolume 4.23 → 4.65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E9E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"added":    2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Kopie mit neuer GlobalId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CBD2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Diff-Engine findet  2 / 2 / 4 / 14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CBD2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 gegen A:  0 / 0 / 0 / 20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DT_PROGR HS26  ·  ZP1  ·  Gian Blaser  ·  IFC-Diff Viewer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 heute: Kette läuft durchgehend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Etappen 0–5 des Projektplans abgeschlossen (Setup, Testdaten, Diff-Engine, SQLite, Auswertung, Streamlit-UI).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Benutzbare Version: Dateien wählen → Vergleichen → Kennzahlen, filterbare Tabelle, Detailansicht alt/neu, Diagramme, CSV, Historie.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automatisierte Tests grün.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Git-Tag v1.0-abgabefaehig – ab hier ist jede Etappe ein Zusatz, kein Risiko.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3968496"/>
            <a:ext cx="164592" cy="164592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93192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  Geruest + Setup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4206240"/>
            <a:ext cx="164592" cy="164592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16966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 Testdaten-Generator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4443984"/>
            <a:ext cx="164592" cy="164592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40740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 Loader + Diff-Engine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681728"/>
            <a:ext cx="164592" cy="164592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64515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 SQLite-Historie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919472"/>
            <a:ext cx="164592" cy="164592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88289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  Auswertung + Diagramme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157216"/>
            <a:ext cx="164592" cy="164592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12064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  Streamlit-UI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164592" cy="164592"/>
          </a:xfrm>
          <a:prstGeom prst="ellipse">
            <a:avLst/>
          </a:prstGeom>
          <a:solidFill>
            <a:srgbClr val="CBD2D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35838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  Geometrie + Cache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5632704"/>
            <a:ext cx="164592" cy="164592"/>
          </a:xfrm>
          <a:prstGeom prst="ellipse">
            <a:avLst/>
          </a:prstGeom>
          <a:solidFill>
            <a:srgbClr val="CBD2D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5961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E7  3D-Viewer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870448"/>
            <a:ext cx="164592" cy="164592"/>
          </a:xfrm>
          <a:prstGeom prst="ellipse">
            <a:avLst/>
          </a:prstGeom>
          <a:solidFill>
            <a:srgbClr val="CBD2D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83387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E8  Report (optional)</a:t>
            </a:r>
            <a:endParaRPr lang="en-US" sz="1150" dirty="0"/>
          </a:p>
        </p:txBody>
      </p:sp>
      <p:pic>
        <p:nvPicPr>
          <p:cNvPr id="22" name="Image 0" descr="C:\HSLU_Programming\HSLU_GB_26\02_Semesterprojekt\output\chart_c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325880"/>
            <a:ext cx="5349240" cy="3008376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6309360" y="4526280"/>
            <a:ext cx="1234440" cy="1143000"/>
          </a:xfrm>
          <a:prstGeom prst="roundRect">
            <a:avLst>
              <a:gd name="adj" fmla="val 64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309360" y="45720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6309360" y="5212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hinzugefügt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680960" y="4526280"/>
            <a:ext cx="1234440" cy="1143000"/>
          </a:xfrm>
          <a:prstGeom prst="roundRect">
            <a:avLst>
              <a:gd name="adj" fmla="val 64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680960" y="45720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14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28" name="Text 25"/>
          <p:cNvSpPr txBox="1"/>
          <p:nvPr/>
        </p:nvSpPr>
        <p:spPr>
          <a:xfrm>
            <a:off x="7680960" y="5212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gelöscht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9052560" y="4526280"/>
            <a:ext cx="1234440" cy="1143000"/>
          </a:xfrm>
          <a:prstGeom prst="roundRect">
            <a:avLst>
              <a:gd name="adj" fmla="val 64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052560" y="45720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31" name="Text 28"/>
          <p:cNvSpPr txBox="1"/>
          <p:nvPr/>
        </p:nvSpPr>
        <p:spPr>
          <a:xfrm>
            <a:off x="9052560" y="5212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geändert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0424160" y="4526280"/>
            <a:ext cx="1234440" cy="1143000"/>
          </a:xfrm>
          <a:prstGeom prst="roundRect">
            <a:avLst>
              <a:gd name="adj" fmla="val 64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0424160" y="45720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AA0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34" name="Text 31"/>
          <p:cNvSpPr txBox="1"/>
          <p:nvPr/>
        </p:nvSpPr>
        <p:spPr>
          <a:xfrm>
            <a:off x="10424160" y="5212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unverändert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6309360" y="57607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Testlauf Building-Architecture.ifc (IFC4, 20 IfcProduct) gegen generierten Stand B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DT_PROGR HS26  ·  ZP1  ·  Gian Blaser  ·  IFC-Diff Viewer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Herausforderungen und Abgrenzungen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9359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54480"/>
            <a:ext cx="320040" cy="320040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150876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3D-Viewer in Streamlit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3227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PyVista/stpyvista liegt ausserhalb der Modulliste und ist in Streamlit heikel. Fallback: PyVista im eigenen Fenster, Screenshot in der UI. Abklärung heute.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59359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0" y="1554480"/>
            <a:ext cx="320040" cy="320040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50876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Geometrie-Performance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011680"/>
            <a:ext cx="3227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Tessellierung grosser Modelle dauert. Massnahmen: ifcopenshell.geom.iterator mit Threads, npz-Cache je Datei-Hash, «nur Änderungen rendern» ab 20 000 Elementen.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59359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1554480"/>
            <a:ext cx="320040" cy="320040"/>
          </a:xfrm>
          <a:prstGeom prst="ellipse">
            <a:avLst/>
          </a:prstGeom>
          <a:solidFill>
            <a:srgbClr val="D1434A"/>
          </a:solidFill>
          <a:ln w="12700">
            <a:solidFill>
              <a:srgbClr val="D143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0" y="150876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Bewusste Abgrenzung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011680"/>
            <a:ext cx="3227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Mesh-Topologie-Vergleich: Geometrie nur über Einfügepunkt, Bounding-Box und Dreiecksanzahl. Nur gleiche IFC-Schemata; sonst Warnung.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359359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886200"/>
            <a:ext cx="320040" cy="32004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88720" y="384048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Testbarkeit gelöst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343400"/>
            <a:ext cx="3227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Fehlende Zwei-Stände-Testdaten durch eigenen Generator mit Ground Truth ersetzt – Diff-Engine ist beweisbar korrekt.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297680" y="3703320"/>
            <a:ext cx="359359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3886200"/>
            <a:ext cx="320040" cy="320040"/>
          </a:xfrm>
          <a:prstGeom prst="ellipse">
            <a:avLst/>
          </a:prstGeom>
          <a:solidFill>
            <a:srgbClr val="323F4B"/>
          </a:solidFill>
          <a:ln w="12700">
            <a:solidFill>
              <a:srgbClr val="323F4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37760" y="384048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Code-Stil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4343400"/>
            <a:ext cx="3227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Zeile muss in der MEP erklärbar sein: drei Klassen, Funktionen unter 30 Zeilen, Docstrings, keine cleveren Einzeiler. ifcopenshell.api nur wo nötig, mit Begründung.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46720" y="3703320"/>
            <a:ext cx="359359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3886200"/>
            <a:ext cx="320040" cy="320040"/>
          </a:xfrm>
          <a:prstGeom prst="ellipse">
            <a:avLst/>
          </a:prstGeom>
          <a:solidFill>
            <a:srgbClr val="323F4B"/>
          </a:solidFill>
          <a:ln w="12700">
            <a:solidFill>
              <a:srgbClr val="323F4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0" y="384048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Zeitbudget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343400"/>
            <a:ext cx="3227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40–45 h Entwicklung verfügbar. Etappe 5 ist der Abgabe-Meilenstein; Report und Screencast sind erste Streichkandidaten.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DT_PROGR HS26  ·  ZP1  ·  Gian Blaser  ·  IFC-Diff Viewer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Nächste Schritte bis ZP2 (14.12.) und MEP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920240" y="1600200"/>
            <a:ext cx="0" cy="4023360"/>
          </a:xfrm>
          <a:prstGeom prst="line">
            <a:avLst/>
          </a:prstGeom>
          <a:noFill/>
          <a:ln w="25400">
            <a:solidFill>
              <a:srgbClr val="CBD2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SW8–9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773936" y="1499616"/>
            <a:ext cx="292608" cy="292608"/>
          </a:xfrm>
          <a:prstGeom prst="ellipse">
            <a:avLst/>
          </a:prstGeom>
          <a:solidFill>
            <a:srgbClr val="323F4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33172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Etappe 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1417320"/>
            <a:ext cx="7799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Geometrie + npz-Cache; Bounding-Box in die Diff-Engine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6712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SW10–11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73936" y="2249424"/>
            <a:ext cx="292608" cy="292608"/>
          </a:xfrm>
          <a:prstGeom prst="ellipse">
            <a:avLst/>
          </a:prstGeom>
          <a:solidFill>
            <a:srgbClr val="E08A1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31720" y="21671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Etappe 7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2167128"/>
            <a:ext cx="7799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3D-Viewer: Änderungen opak farbig, Kontext transparent, Filterkopplung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91693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SW12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73936" y="2999232"/>
            <a:ext cx="292608" cy="292608"/>
          </a:xfrm>
          <a:prstGeom prst="ellipse">
            <a:avLst/>
          </a:prstGeom>
          <a:solidFill>
            <a:srgbClr val="9AA0A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31720" y="291693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Etappe 8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2916936"/>
            <a:ext cx="7799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Zeilen-Klick → Kamera-Zoom, PDF-Report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66674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SW13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773936" y="3749040"/>
            <a:ext cx="292608" cy="292608"/>
          </a:xfrm>
          <a:prstGeom prst="ellipse">
            <a:avLst/>
          </a:prstGeom>
          <a:solidFill>
            <a:srgbClr val="323F4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31720" y="366674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3666744"/>
            <a:ext cx="7799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final, Architekturdiagramm, Screenshots, ZP2-Folien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41655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14.12.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773936" y="4498848"/>
            <a:ext cx="292608" cy="292608"/>
          </a:xfrm>
          <a:prstGeom prst="ellipse">
            <a:avLst/>
          </a:prstGeom>
          <a:solidFill>
            <a:srgbClr val="2E9E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331720" y="44165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ZP2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840480" y="4416552"/>
            <a:ext cx="7799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finaler Prototyp – Etappe 5 steht bereits, Etappe 7 ist das Ziel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1663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27.01.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773936" y="5248656"/>
            <a:ext cx="292608" cy="292608"/>
          </a:xfrm>
          <a:prstGeom prst="ellipse">
            <a:avLst/>
          </a:prstGeom>
          <a:solidFill>
            <a:srgbClr val="1F29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331720" y="5166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MEP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840480" y="5166360"/>
            <a:ext cx="7799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(20 %) + Präsentation 10–15 Min + Demo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85216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585216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 an den Modulverantwortlichen: PyVista/stpyvista als Zusatzmodul für den 3D-Viewer in Ordnung? (IfcOpenShell erfüllt die Pflicht «mindestens ein externes Modul».)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DT_PROGR HS26  ·  ZP1  ·  Gian Blaser  ·  IFC-Diff Viewer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IFC-Diff Viewer - ZP1</dc:title>
  <dc:subject>PptxGenJS Presentation</dc:subject>
  <dc:creator>Gian Blaser</dc:creator>
  <cp:lastModifiedBy>Gian Blaser</cp:lastModifiedBy>
  <cp:revision>1</cp:revision>
  <dcterms:created xsi:type="dcterms:W3CDTF">2026-09-21T21:59:01Z</dcterms:created>
  <dcterms:modified xsi:type="dcterms:W3CDTF">2026-09-21T21:59:01Z</dcterms:modified>
</cp:coreProperties>
</file>